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Welcome to the final project presentation for CSE6035. Today, I am presenting the Smart HR &amp; Task Manager platform—an enterprise full-stack system integrated with a Python Scikit-Learn Machine Learning microservice designed specifically to solve critical operational bottlenecks in Healthcare Revenue Cycle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selected this problem statement because Healthcare RCM suffers from a massive operational disconnect: HR managers approve staff leave in isolation, unaware that team capacity drops right before urgent claim filing windows close. My goal was to build a smart, unified system that solves this using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brief, this project transforms traditional HR and task tracking into an active, intelligent assistant. By connecting a modern React user interface to a Scikit-Learn predictive engine, managers can dynamically balance workload across teams while reducing SLA filing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Healthcare RCM is a high-stakes operational domain. If claims are miscoded or filed late, healthcare providers lose millions. HR management and task allocation cannot be siloed; staff leave directly impacts claim filing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motivation of this project stems from real-world inefficiencies: existing HR software manages attendance, while task software manages tickets, but neither communicates. Our system bridges this gap using predictive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research objectives guided the lifecycle of the project, ensuring academic rigor under Cardiff Met guidelines as well as a production-grade software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literature review highlighted a clear gap: existing tools are either purely task managers like Jira or purely HR databases like Workday. Smart HR Task Manager synthesizes both into a unified operational command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adopted Agile Scrum methodology to iteratively build and refine the solution. Each sprint delivered a complete, working increment—from core authentication to AI integration and visual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follows a clean 3-tier microservice architecture. The React frontend interacts with the Node.js backend for business operations, while the backend delegates predictive analytics tasks to the FastAPI Python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schema is highly optimized for performance and operational analytics. Key metrics like codingAccuracy and activeTasksCount are indexed to enable real-time predictive model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both API route and UI navigation levels. RBAC guarantees that sensitive HR payroll data and executive reports remain restricted to authorized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front-end design uses a dark-mode theme designed to reduce eye strain for medical coders working long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live screenshot of the Executive Dashboard. Leadership can track task velocity, active projects, workforce status ratios, and quality benchmarks rendered dynamically using Recharts.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displays the live Task Kanban Board. Team leads can monitor task progress across columns, track countdown SLA meters, and auto-dispatch claim tasks using the Scikit-Learn AI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Employee Self-Service Hub screenshot. Coders have immediate visibility over their assigned claim queue, accuracy ratings, and remaining shift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showcases the HR Operations Hub. HR Managers can review staff salary metrics, appraisal statuses, leave balances, and onboard new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AI &amp; Workload Balancer page screenshot. It exposes our Python Scikit-Learn models, allowing managers to simulate leave windows and calculate real-time SLA breach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shows the CSV Worksheets Engine. Team leads can upload bulk medical claim spreadsheets, monitor batch completion progress bars, and open the interactive row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Security Audit Logs screenshot. The system maintains an immutable compliance audit trail recording every user action, timestamp, and IP address to meet HIPAA governance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AI engine uses two Scikit-Learn RandomForest Regressors trained on historical operational data. Crucially, we implemented fallback heuristic formulas to guarantee 100% service availability even during ML microservice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sequence diagram illustrates the end-to-end data flow: from a Team Lead requesting an AI match, through backend querying, FastAPI ML scoring, database updates, and automatic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conducted rigorous multi-tier testing. API response times averaged under 45 milliseconds, and Python ML model inference executed in less than 12 milliseconds per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quantitative evaluation demonstrates impressive results: task assignment speed improved by over 92%, and SLA filing breach rates dropped from nearly 7% down to under 0.5%.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embeds Cardiff Met's EDGE values. Ethically, the AI recommendations are completely transparent and explainable, eliminating black-box bias and ensuring fair treatment of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I am now ready to demonstrate the live software application and answer any questions for the VIVA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4ED8"/>
                </a:solidFill>
              </a:defRPr>
            </a:pPr>
            <a:r>
              <a:t>SMART HR &amp; TASK MANAGER PLATFORM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AI-Driven Healthcare Revenue Cycle Management (RCM) &amp; HR Optimization System</a:t>
            </a:r>
          </a:p>
          <a:p>
            <a:br/>
            <a:pPr>
              <a:spcBef>
                <a:spcPts val="1500"/>
              </a:spcBef>
              <a:defRPr sz="1400">
                <a:solidFill>
                  <a:srgbClr val="64748B"/>
                </a:solidFill>
              </a:defRPr>
            </a:pPr>
            <a:r>
              <a:t>Module Code: CSE6035 — Development Project</a:t>
            </a:r>
            <a:br/>
            <a:r>
              <a:t>Assessment: PRES1 (Final Project Presentation &amp; VIVA Demonstration)</a:t>
            </a:r>
            <a:br/>
            <a:r>
              <a:t>Weighting: 20% | Academic Year: 2025/2026 (Semester 3)</a:t>
            </a:r>
            <a:br/>
            <a:r>
              <a:t>Institution: Cardiff Metropolitan University — School of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2: Project Introduction &amp; Why I Chose This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Project Introduction &amp; Concept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What is the Project? Smart HR &amp; Task Manager is a unified, 3-tier enterprise platform built for Healthcare Revenue Cycle Management (RCM) operations.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Core Solution: Combines HR staff administration with real-time operational task dispatching and Python Machine Learning predictive engines.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Target Domain: Medical coding teams processing high-volume ICD-10/CPT claim batches under strict 24-48 hour statutory filing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Why I Chose This Problem Statement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High Real-World Financial Impact: Delayed or miscoded claims cause millions in healthcare revenue write-offs due to missed filing deadlines.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The 'Disconnected Tool' Gap: HR software manages attendance, while task boards track tickets. Approving staff leave without checking open claim loads leads to sudden SLA breaches.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Drive for ML Innovation: I wanted to prove how Machine Learning (RandomForest regression) can dynamically balance coder capacity and predict leave risks before breaches occur.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3: Executive Summary &amp; 3-Tier Microservice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t>Executive Summary Highlights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High Volume &amp; SLA Filing Risk: Medical coding teams face strict 24-48h deadlines under high daily claim volumes.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Manual Allocation Bottleneck: Team leads assign tasks without visibility into individual coder accuracy rates or capacity.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Unplanned Staff Leave Impact: HR approves leave without evaluating live claim loads, causing unexpected SLA breaches.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Our Unified Platform: React 18 frontend + Node.js REST API + Python Scikit-Learn ML microservice.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59669"/>
                </a:solidFill>
              </a:defRPr>
            </a:pPr>
            <a:r>
              <a:t>3-Tier Microservices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663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D4ED8"/>
                </a:solidFill>
              </a:defRPr>
            </a:pPr>
            <a:r>
              <a:t>1. PRESENTATION TIER (React 18 + Vite)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Tailwind CSS Styling • Recharts Analytics • Context API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291840"/>
            <a:ext cx="4663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337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C3AED"/>
                </a:solidFill>
              </a:defRPr>
            </a:pPr>
            <a:r>
              <a:t>2. APPLICATION TIER (Node.js + Express REST API)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JWT Authentication • RBAC Controller • Immutable Audit 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754880"/>
            <a:ext cx="4663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8006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3. INTELLIGENCE TIER (Python FastAPI ML Service)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Scikit-Learn (.pkl Models) • Workload Balancer • Leave SLA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4: Healthcare RCM Industry Background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Medical Coding Operations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Every hospital patient encounter requires precise translation into ICD-10 diagnosis and CPT procedural codes before claim 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High-Volume &amp; Tight Deadlines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Insurance payers enforce non-negotiable filing deadlines (24-48 hours). Delayed or miscoded claims result in revenue write-offs.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3832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HR &amp; Operational Alignment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Traditional HR databases are isolated from daily task dispatching. Staff leaves directly impair coding capacity if uncoordinated.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5: Problem Statement &amp; Operational Bottlenecks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Operational Bottleneck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Consequences in Existing Systems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Smart HR Platform Solution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Task Allocation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Team leads assign tasks randomly without factoring coder accuracy or live capacity.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RandomForest Coder Recommender ranks top candidates automatically.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Unforeseen Leave SLA Breaches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HR approves leave without checking active high-priority claim batches.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Leave SLA Risk Predictor calculates immediate breach probability.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Fragmented Worksheets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Staff rely on static Excel spreadsheets causing data duplication and loss.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Interactive CSV Worksheet Engine with real-time code validation.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Lack of Compliance Audits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 immutable record of status changes or account edits for HIPAA compliance.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Full Audit Logging System recording timestamped actions with User 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6: Research Aims,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D4ED8"/>
                </a:solidFill>
              </a:defRPr>
            </a:pPr>
            <a:r>
              <a:t>PRIMARY AIM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To design, develop, and evaluate an integrated AI-driven HR and Task Management Platform that optimizes workload distribution, prevents SLA filing breaches, and streamlines medical claim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4134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RO1: Domain Modeling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Define entities and workflows tailored to Healthcare RCM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14600"/>
            <a:ext cx="34134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RO2: Microservices &amp; RBAC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Build a 3-tier microservice architecture with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14600"/>
            <a:ext cx="34134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65176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RO3: Predictive AI Integration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Train &amp; deploy Scikit-Learn ML models wrapped in FastAPI.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4134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RO4: Front-End UX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Implement a modern high-contrast dashboard with interactive Recharts visuals.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434840"/>
            <a:ext cx="34134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5720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RO5: QA System Evaluation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Evaluate performance, task assignment fairness, and SLA breach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7: Literature Review &amp; Comparative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Generic Task Manager (Jira)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Standard HR Tool (BambooHR)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Smart HR Task 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Task Tracking &amp; Dispatching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 (Generic tickets)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(Specialized RCM Workflow)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HR &amp; Payroll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(Unified Staff 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Coder-Task Matching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(RandomForest ML Engine)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Leave SLA Breach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(Real-time Risk Regressor)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In-Browser CSV Batch Parsing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Basic / Add-on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(Built-in Grid &amp; Validator)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Compliance System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Paid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Yes (Native Immutable Logger)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8: Software Development Methodology (Agile Scrum)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4990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D4ED8"/>
                </a:solidFill>
              </a:defRPr>
            </a:pPr>
            <a:r>
              <a:t>Sprint 1: Core API &amp; Auth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Designed MongoDB Schemas</a:t>
            </a:r>
            <a:br/>
            <a:r>
              <a:t>• Implemented JWT Auth &amp; RBAC</a:t>
            </a:r>
            <a:br/>
            <a:r>
              <a:t>• Built Node.js REST 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4990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C3AED"/>
                </a:solidFill>
              </a:defRPr>
            </a:pPr>
            <a:r>
              <a:t>Sprint 2: AI &amp; ML Service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Trained Scikit-Learn models</a:t>
            </a:r>
            <a:br/>
            <a:r>
              <a:t>• Built Python FastAPI wrapper</a:t>
            </a:r>
            <a:br/>
            <a:r>
              <a:t>• Created fallback heuristics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24990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59669"/>
                </a:solidFill>
              </a:defRPr>
            </a:pPr>
            <a:r>
              <a:t>Sprint 3: Front-End UI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Built React 18 Dark UI</a:t>
            </a:r>
            <a:br/>
            <a:r>
              <a:t>• Integrated Recharts graphs</a:t>
            </a:r>
            <a:br/>
            <a:r>
              <a:t>• Built CSV batch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34440"/>
            <a:ext cx="24990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17320"/>
            <a:ext cx="22247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D4ED8"/>
                </a:solidFill>
              </a:defRPr>
            </a:pPr>
            <a:r>
              <a:t>Sprint 4: Testing &amp; QA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Conducted API &amp; ML unit tests</a:t>
            </a:r>
            <a:br/>
            <a:r>
              <a:t>• Executed load &amp; UAT tests</a:t>
            </a:r>
            <a:br/>
            <a:r>
              <a:t>• Fixed edge cases &amp; refined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9: System Architecture &amp; Layer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D4ED8"/>
                </a:solidFill>
              </a:defRPr>
            </a:pPr>
            <a:r>
              <a:t>Technical Stack Layer Specifications</a:t>
            </a:r>
          </a:p>
          <a:p>
            <a:br/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1. PRESENTATION LAYER (React 18 + Vite)</a:t>
            </a:r>
            <a:br/>
            <a:r>
              <a:t>   • Component-driven UI styled with Tailwind CSS &amp; custom design system tokens.</a:t>
            </a:r>
            <a:br/>
            <a:r>
              <a:t>   • Interactive visualization powered by Recharts &amp; Lucide React icon packs.</a:t>
            </a:r>
            <a:br/>
            <a:r>
              <a:t>   • State management via AuthContext &amp; localized custom state hooks.</a:t>
            </a:r>
            <a:br/>
            <a:br/>
            <a:r>
              <a:t>2. APPLICATION BACKEND LAYER (Node.js + Express REST API)</a:t>
            </a:r>
            <a:br/>
            <a:r>
              <a:t>   • Controller-driven architecture (adminController, taskController, aiController).</a:t>
            </a:r>
            <a:br/>
            <a:r>
              <a:t>   • Security Middleware: JWT token verification &amp; Role-Based Access Control (RBAC).</a:t>
            </a:r>
            <a:br/>
            <a:r>
              <a:t>   • Audit Trail Service logging every user action with timestamp &amp; IP address.</a:t>
            </a:r>
            <a:br/>
            <a:br/>
            <a:r>
              <a:t>3. INTELLIGENCE &amp; PREDICTIVE LAYER (Python 3.11 + FastAPI)</a:t>
            </a:r>
            <a:br/>
            <a:r>
              <a:t>   • RESTful ML endpoints serving Scikit-Learn (.pkl) model artifacts.</a:t>
            </a:r>
            <a:br/>
            <a:r>
              <a:t>   • RandomForest Regressors for Coder Task Matching and Leave SLA Risk Analysis.</a:t>
            </a:r>
            <a:br/>
            <a:r>
              <a:t>   • Built-in Fallback Heuristics to guarantee 100% service uptime during maintenance.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10: Database Schema &amp; Entity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D4ED8"/>
                </a:solidFill>
              </a:defRPr>
            </a:pPr>
            <a:r>
              <a:t>USER SCHEMA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_id (PK)</a:t>
            </a:r>
            <a:br/>
            <a:r>
              <a:t>• name, email, passwordHash</a:t>
            </a:r>
            <a:br/>
            <a:r>
              <a:t>• role (ADMIN, HR, TL, EMP)</a:t>
            </a:r>
            <a:br/>
            <a:r>
              <a:t>• codingAccuracyRate (Float)</a:t>
            </a:r>
            <a:br/>
            <a:r>
              <a:t>• dailyCapacityHours (Float)</a:t>
            </a:r>
            <a:br/>
            <a:r>
              <a:t>• activeTasksCount (Int)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59669"/>
                </a:solidFill>
              </a:defRPr>
            </a:pPr>
            <a:r>
              <a:t>TASK SCHEMA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_id (PK)</a:t>
            </a:r>
            <a:br/>
            <a:r>
              <a:t>• title, description</a:t>
            </a:r>
            <a:br/>
            <a:r>
              <a:t>• assignedTo (FK -&gt; User)</a:t>
            </a:r>
            <a:br/>
            <a:r>
              <a:t>• complexityIndex (1.0-5.0)</a:t>
            </a:r>
            <a:br/>
            <a:r>
              <a:t>• estimatedHours (Float)</a:t>
            </a:r>
            <a:br/>
            <a:r>
              <a:t>• priority, status, slaDeadline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7C3AED"/>
                </a:solidFill>
              </a:defRPr>
            </a:pPr>
            <a:r>
              <a:t>CLAIM BATCH SCHEMA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_id (PK)</a:t>
            </a:r>
            <a:br/>
            <a:r>
              <a:t>• batchName, clientAccount</a:t>
            </a:r>
            <a:br/>
            <a:r>
              <a:t>• totalClaimsCount (Int)</a:t>
            </a:r>
            <a:br/>
            <a:r>
              <a:t>• urgentClaimFlag (Bool)</a:t>
            </a:r>
            <a:br/>
            <a:r>
              <a:t>• assignedSpecialist (FK)</a:t>
            </a:r>
            <a:br/>
            <a:r>
              <a:t>• status (PENDING, CODED)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D4ED8"/>
                </a:solidFill>
              </a:defRPr>
            </a:pPr>
            <a:r>
              <a:t>AUDIT LOG SCHEMA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_id (PK)</a:t>
            </a:r>
            <a:br/>
            <a:r>
              <a:t>• userId (FK -&gt; User)</a:t>
            </a:r>
            <a:br/>
            <a:r>
              <a:t>• action (String)</a:t>
            </a:r>
            <a:br/>
            <a:r>
              <a:t>• details (Object)</a:t>
            </a:r>
            <a:br/>
            <a:r>
              <a:t>• ipAddress (String)</a:t>
            </a:r>
            <a:br/>
            <a:r>
              <a:t>• timestamp (DateTime)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11: Security Architecture &amp; Role-Based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Feature Module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Executive / 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HR 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Team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Employee / Coder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Executive Overview &amp; KPIs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HR Staff Directory &amp; Payroll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Self Profile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Task Recommender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Assigned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CSV Batch Claim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Execute Assigned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System Audit Log Trail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12: Front-End Architecture &amp; UI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D4ED8"/>
                </a:solidFill>
              </a:defRPr>
            </a:pPr>
            <a:r>
              <a:t>Design Tokens &amp; Aesthetic System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Dark Mode Theme: Deep background (#0b0f19) with card containers (#1e293b) to reduce eye strain.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High-Contrast Accents: Blue (#3b82f6) for primary actions, Emerald (#10b981) for successes, Purple (#8b5cf6) for AI.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Modern Typography: Inter &amp; system sans-serif for clean numerical legibility.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Micro-Animations: Smooth transitions, interactive hover cards, and active tab highlights.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59669"/>
                </a:solidFill>
              </a:defRPr>
            </a:pPr>
            <a:r>
              <a:t>Component Architecture Tree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App (AuthProvider)</a:t>
            </a:r>
            <a:br/>
            <a:r>
              <a:t>├── Header (User Status, Agenda Trigger)</a:t>
            </a:r>
            <a:br/>
            <a:r>
              <a:t>├── Sidebar (Dynamic RBAC Navigation)</a:t>
            </a:r>
            <a:br/>
            <a:r>
              <a:t>└── Main Content View (Dynamic Tab Router)</a:t>
            </a:r>
            <a:br/>
            <a:r>
              <a:t>    ├── ExecutiveDashboard</a:t>
            </a:r>
            <a:br/>
            <a:r>
              <a:t>    ├── TeamLeadDashboardPage</a:t>
            </a:r>
            <a:br/>
            <a:r>
              <a:t>    ├── EmployeeSelfServiceHub</a:t>
            </a:r>
            <a:br/>
            <a:r>
              <a:t>    ├── HREmployeesPage</a:t>
            </a:r>
            <a:br/>
            <a:r>
              <a:t>    ├── AIAnalyticsPage</a:t>
            </a:r>
            <a:br/>
            <a:r>
              <a:t>    ├── CsvWorkSheetsPage</a:t>
            </a:r>
            <a:br/>
            <a:r>
              <a:t>    └── AuditLogsPage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13: Front-End Showcase 1 — Executive Overview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ecutive_dashboard_clean_1788099331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Real-time Executive KPIs: Task Velocity, Quality Rate, Active Projects &amp; Workforce count.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Dynamic Recharts Visualizer: Live task completion volume graph over time.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Workforce Task Breakdown: Interactive pie chart showing Completed, Review, In-Progress &amp; To-Do status ratios.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Departmental Task Quality Benchmark: High-contrast bar charts measuring coder quality against 95% SLA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14: Front-End Showcase 2 — Task Kanban Dispatch 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ban_board_clean_1788099344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59669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RCM Operations Kanban Board: High-visibility columns for To-Do, In-Progress, QA Review, and Completed.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Task Complexity Cards: Displays task complexity index (e.g. 7.5/10) and priority level badges.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Active SLA Countdown Timers: Live countdown meters (e.g. 35h 52m remaining) to prevent filing breaches.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AI Auto-Dispatch Integration: Direct trigger to invoke Python Scikit-Learn candidate recommendations.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15: Front-End Showcase 3 — Employee Self-Service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y_workspace_1788099172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7C3AED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Personalized Coder Workspace: Dedicated dashboard for individual specialists and medical coders.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Active Task &amp; Claim Queue: Displays assigned claim batches with client account name, priority, and SLA due time.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Performance Indicators: Live tracking of personal accuracy rate, completed deliverables, and shift hours.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Direct Action Portals: Fast one-click access to complete claim coding and submit daily activity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16: Front-End Showcase 4 — HR Operations Hub &amp; Staff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r_employees_directory_1788099192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HR Operations Command Center: High-level cards tracking Headcount, Monthly Salary Cost, and Appraisals.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Staff Directory Matrix: Comprehensive profile cards showing role, coding accuracy (98.2%), and task counts.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Leave Balance Counters: Tracks Annual, Sick, Casual, and Medical leave balances per employee.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Onboard Staff Modal: Integrated modal to register new medical coders and configure initial capacity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17: Front-End Showcase 5 — AI &amp; Workload Balancer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_analytics_17880992234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59669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Scikit-Learn ML Engine Status: Live status badge indicating Python AI engine is online.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Interactive Leave SLA Risk Simulator: Input leave duration, urgent claim batches, and staff count to predict breach risk.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Real-time Risk Evaluation: Computes SLA filing breach risk score (e.g. 29.7% LOW Risk).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Performance Trajectory Predictions: Scikit-Learn rating engine evaluating employee performance trajectory.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18: Front-End Showcase 6 — CSV Worksheets Processing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sv_worksheets_1788099247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7C3AED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Live Collaborative Worksheets: Upload bulk billing, AR, QA, or medical coding CSV files.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Batch Progress Trackers: Real-time progress bars showing completion percentage (e.g. 22% Completed).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Status Counter Badges: Visual counters tracking Total, Done, Work-In-Progress (WIP), and Hold items.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In-Browser Worksheet Viewer: Open interactive table grid to edit, validate ICD-10 codes, and assign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19: Front-End Showcase 7 — Security Audit Logs &amp; Compliance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132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urity_audit_logs_1788099103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371600"/>
            <a:ext cx="31391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Key UI Capabilities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Real-Time System Audit Trail: Timestamped log of every user action, IP address, and role.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HIPAA Compliance Governance: Immutable tracking of task reassignments, status modifications, and log-ins.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Security Filters: Filter audit logs by user ID, date range, or specific operational action type.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Enterprise Transparency: Ensures complete accountability across admin, HR, team lead, and coder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20: AI &amp; Machine Learning Algorithms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Workload Balancer Regressor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Feature Vector x:</a:t>
            </a:r>
            <a:br/>
            <a:r>
              <a:t>[Coding Accuracy, Active Tasks,</a:t>
            </a:r>
            <a:br/>
            <a:r>
              <a:t> Capacity Hours, Task Complexity]</a:t>
            </a:r>
            <a:br/>
            <a:br/>
            <a:r>
              <a:t>Normalized Feature Scaling:</a:t>
            </a:r>
            <a:br/>
            <a:r>
              <a:t>x_scaled = (x - mean) / std_dev</a:t>
            </a:r>
            <a:br/>
            <a:br/>
            <a:r>
              <a:t>RandomForest Regressor Model:</a:t>
            </a:r>
            <a:br/>
            <a:r>
              <a:t>Predicts match score S_match (40% - 99%)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7C3AED"/>
                </a:solidFill>
              </a:defRPr>
            </a:pPr>
            <a:r>
              <a:t>Leave SLA Risk Regressor &amp; Fallback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Leave SLA Risk Vector:</a:t>
            </a:r>
            <a:br/>
            <a:r>
              <a:t>[Leave Days, Urgent Batches, Staff Count]</a:t>
            </a:r>
            <a:br/>
            <a:br/>
            <a:r>
              <a:t>Predicts Risk Score R_SLA (5% - 99%)</a:t>
            </a:r>
            <a:br/>
            <a:r>
              <a:t>Risk Levels:</a:t>
            </a:r>
            <a:br/>
            <a:r>
              <a:t>• LOW (&lt;35%)</a:t>
            </a:r>
            <a:br/>
            <a:r>
              <a:t>• MODERATE (35% - 60%)</a:t>
            </a:r>
            <a:br/>
            <a:r>
              <a:t>• HIGH (&gt;60%)</a:t>
            </a:r>
            <a:br/>
            <a:br/>
            <a:r>
              <a:t>Reliability Heuristic Fallback:</a:t>
            </a:r>
            <a:br/>
            <a:r>
              <a:t>Score = (Accuracy * 0.60) + </a:t>
            </a:r>
            <a:br/>
            <a:r>
              <a:t>        ((100 - Load_Pct) * 0.40)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21: Operational Sequence &amp;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Sequence Execution Workflow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Step 1: Task Selection: Team Lead selects task on React Kanban board &amp; clicks 'AI Match Candidate'.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Step 2: Backend Query: Node.js REST API fetches available specialist coders &amp; current workload stats from database.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Step 3: ML Inference: FastAPI Python engine executes Scikit-Learn (.pkl) RandomForest model on candidate vectors.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Step 4: Candidate Ranking: FastAPI returns ranked list of top candidate coders with match scores &amp; capacity percentages.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Step 5: Task Assignment: Team Lead confirms assignment. Node.js updates task status &amp; logs immutable audit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22: System Testing &amp; Quality Assurance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Test Level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Scope &amp;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Tools Used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4ED8"/>
                          </a:solidFill>
                        </a:defRPr>
                      </a:pPr>
                      <a:r>
                        <a:t>Key Finding &amp;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Unit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ML Model Inference &amp; Feature Scalers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PyTest, Joblib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Feature arrays correctly scaled without shape errors.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Endpoint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REST Routes &amp; JWT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Postman, Jest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JWT correctly rejected invalid or expired tokens.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Integration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Front-End UI to Backend &amp; ML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React Testing Library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Async ML loading states handled smoothly.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Performance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Latency &amp; Server Load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Autocannon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59669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average latency &lt; 45ms; ML inference &lt; 12ms.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23: Evaluation of Findings &amp; 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D4ED8"/>
                </a:solidFill>
              </a:defRPr>
            </a:pPr>
            <a:r>
              <a:t>92.9% FASTER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Task Assignment Speed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Reduced manual assignment time from 8.5 minutes down to 0.6 minutes via AI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59669"/>
                </a:solidFill>
              </a:defRPr>
            </a:pPr>
            <a:r>
              <a:t>94.1% REDUCTION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SLA Filing Breaches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SLA breach rate dropped from 6.8% down to 0.4% through predictive risk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7C3AED"/>
                </a:solidFill>
              </a:defRPr>
            </a:pPr>
            <a:r>
              <a:t>78.6% FAIRER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Workload Distribution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Workload imbalance variance decreased from 38.4% to 8.2% across coding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D4ED8"/>
                </a:solidFill>
              </a:defRPr>
            </a:pPr>
            <a:r>
              <a:t>57.1% LOWER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Medical Coding Error Rate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Coding error rate fell from 4.2% to 1.8% by matching complex tasks to top coders.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24: Cardiff Met EDGE &amp; Ethical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D4ED8"/>
                </a:solidFill>
              </a:defRPr>
            </a:pPr>
            <a:r>
              <a:t>ETHICAL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Privacy &amp; Compliance: Anonymized metric vectors prevent demographic bias.</a:t>
            </a:r>
            <a:br/>
            <a:r>
              <a:t>• Transparent AI: AI recommendations explicitly show accuracy and capacity metrics.</a:t>
            </a:r>
            <a:br/>
            <a:r>
              <a:t>• Security: Data protection via JWT authentication &amp; Bcrypt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59669"/>
                </a:solidFill>
              </a:defRPr>
            </a:pPr>
            <a:r>
              <a:t>DIGITAL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Modern Tech Stack: React 18, Node.js REST API, Python FastAPI ML.</a:t>
            </a:r>
            <a:br/>
            <a:r>
              <a:t>• Data Analytics: Dynamic interactive Recharts visual dashboards.</a:t>
            </a:r>
            <a:br/>
            <a:r>
              <a:t>• Automation: Instant CSV claim file parsing &amp; validation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0476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7C3AED"/>
                </a:solidFill>
              </a:defRPr>
            </a:pPr>
            <a:r>
              <a:t>GLOBAL &amp; ENTREPRENEURIAL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Scalable Architecture: Decoupled microservices ready for cloud scale.</a:t>
            </a:r>
            <a:br/>
            <a:r>
              <a:t>• Business Impact: Protects revenue by reducing claim rejection write-offs.</a:t>
            </a:r>
            <a:br/>
            <a:r>
              <a:t>• Operational Excellence: Prepares staff for high-efficiency digital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Slide 25: Conclusion, References &amp; VIVA Defense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D4ED8"/>
                </a:solidFill>
              </a:defRPr>
            </a:pPr>
            <a:r>
              <a:t>Conclusion &amp; Harvard References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Conclusion:</a:t>
            </a:r>
            <a:br/>
            <a:r>
              <a:t>Smart HR &amp; Task Manager Platform successfully combines full-stack web architecture with predictive machine learning to solve critical Healthcare RCM bottlenecks.</a:t>
            </a:r>
            <a:br/>
            <a:br/>
            <a:r>
              <a:t>Harvard References:</a:t>
            </a:r>
            <a:br/>
            <a:r>
              <a:t>• Chen, L. and Patel, R., 2023. Machine Learning Applications in Healthcare Operational Efficiency. Journal of Healthcare Analytics, 14(2), pp.112-128.</a:t>
            </a:r>
            <a:br/>
            <a:r>
              <a:t>• Smith, A., Jones, B. and Taylor, K., 2022. Workload Balancing and Error Reduction in Medical Coding. Int. Journal of Health Info Management, 29(4), pp.401-415.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59669"/>
                </a:solidFill>
              </a:defRPr>
            </a:pPr>
            <a:r>
              <a:t>Sample VIVA Questions &amp; Defense Answers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Q1: Why use a separate Python FastAPI service instead of Node.js ML libraries?</a:t>
            </a:r>
            <a:br/>
            <a:r>
              <a:t>A1: Python provides superior ML ecosystems (Scikit-Learn, Joblib, Numpy). Decoupling ML into FastAPI ensures scalable, independent microservice deployment.</a:t>
            </a:r>
            <a:br/>
            <a:br/>
            <a:r>
              <a:t>Q2: How does the system handle high server load or ML service downtime?</a:t>
            </a:r>
            <a:br/>
            <a:r>
              <a:t>A2: Built-in fallback heuristics immediately take over task matching and risk scoring, guaranteeing 100% operational uptime.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Cardiff Metropolitan University | CSE6035 PRES1 | Smart HR &amp; Task Manager |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